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3888000" cy="69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キービジュアル画像</a:t>
            </a:r>
            <a:br/>
            <a:r>
              <a:t>（店舗イメージ写真）</a:t>
            </a:r>
            <a:br/>
            <a:r>
              <a:t>1080 x 1920px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600000"/>
            <a:ext cx="3888000" cy="3311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360000"/>
            <a:ext cx="2808000" cy="432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Yu Gothic UI"/>
              </a:defRPr>
            </a:pPr>
            <a:r>
              <a:t>JJクラブ 大曽根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3960000"/>
            <a:ext cx="3311999" cy="19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07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Yu Gothic UI"/>
              </a:defRPr>
            </a:pPr>
            <a:r>
              <a:t>業界未経験でも</a:t>
            </a:r>
          </a:p>
          <a:p>
            <a:pPr algn="ctr">
              <a:lnSpc>
                <a:spcPts val="307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Yu Gothic UI"/>
              </a:defRPr>
            </a:pPr>
            <a:r>
              <a:t>他の店舗からの移籍でも</a:t>
            </a:r>
          </a:p>
          <a:p>
            <a:pPr algn="ctr">
              <a:lnSpc>
                <a:spcPts val="307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Yu Gothic UI"/>
              </a:defRPr>
            </a:pPr>
            <a:r>
              <a:t>あなたをしっかり</a:t>
            </a:r>
          </a:p>
          <a:p>
            <a:pPr algn="ctr">
              <a:lnSpc>
                <a:spcPts val="3640"/>
              </a:lnSpc>
              <a:spcAft>
                <a:spcPts val="200"/>
              </a:spcAft>
              <a:defRPr sz="2600" b="1">
                <a:solidFill>
                  <a:srgbClr val="FFD54F"/>
                </a:solidFill>
                <a:latin typeface="Yu Gothic UI"/>
              </a:defRPr>
            </a:pPr>
            <a:r>
              <a:t>サポートします！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5400000"/>
            <a:ext cx="3311999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Yu Gothic UI"/>
              </a:defRPr>
            </a:pPr>
            <a:r>
              <a:t>身バレ完全回避のお店！顔出しナシ！</a:t>
            </a:r>
          </a:p>
          <a:p>
            <a:pPr algn="ctr"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Yu Gothic UI"/>
              </a:defRPr>
            </a:pPr>
            <a:r>
              <a:t>繁華街じゃないから目立たず出勤できる！</a:t>
            </a:r>
          </a:p>
          <a:p>
            <a:pPr algn="ctr"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Yu Gothic UI"/>
              </a:defRPr>
            </a:pPr>
            <a:r>
              <a:t>なのに総合駅近くだから集客力抜群！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6192000"/>
            <a:ext cx="2808000" cy="46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Yu Gothic UI"/>
              </a:defRPr>
            </a:pPr>
            <a:r>
              <a:t>今すぐ応募する 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8000" cy="79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80000"/>
            <a:ext cx="3311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Yu Gothic UI"/>
              </a:defRPr>
            </a:pPr>
            <a:r>
              <a:t>当店で働く 3つのメリット</a:t>
            </a:r>
          </a:p>
        </p:txBody>
      </p:sp>
      <p:sp>
        <p:nvSpPr>
          <p:cNvPr id="5" name="Oval 4"/>
          <p:cNvSpPr/>
          <p:nvPr/>
        </p:nvSpPr>
        <p:spPr>
          <a:xfrm>
            <a:off x="288000" y="1007999"/>
            <a:ext cx="432000" cy="432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Yu Gothic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999" y="1007999"/>
            <a:ext cx="27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185B"/>
                </a:solidFill>
                <a:latin typeface="Yu Gothic UI"/>
              </a:defRPr>
            </a:pPr>
            <a:r>
              <a:t>未経験者大歓迎！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75999"/>
            <a:ext cx="3311999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初めてでも安心のサポート体制。マンツーマンで丁寧に教えます。講習制度もあるので、何も分からなくても大丈夫です！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159999"/>
            <a:ext cx="2808000" cy="90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サポートイメージ画像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3131999"/>
            <a:ext cx="2808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8000" y="3239999"/>
            <a:ext cx="432000" cy="432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Yu Gothic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999" y="3239999"/>
            <a:ext cx="27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185B"/>
                </a:solidFill>
                <a:latin typeface="Yu Gothic UI"/>
              </a:defRPr>
            </a:pPr>
            <a:r>
              <a:t>完全自由出勤制！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707999"/>
            <a:ext cx="3311999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出勤日・時間は全てあなた次第。週1日〜OK！掛け持ちもOK！あなたのライフスタイルに合わせて自由に働けます。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4391999"/>
            <a:ext cx="2808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000" y="4499999"/>
            <a:ext cx="432000" cy="432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Yu Gothic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99" y="4499999"/>
            <a:ext cx="27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2185B"/>
                </a:solidFill>
                <a:latin typeface="Yu Gothic UI"/>
              </a:defRPr>
            </a:pPr>
            <a:r>
              <a:t>充実の待遇！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4967999"/>
            <a:ext cx="3311999" cy="1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✓ アリバイ対策万全</a:t>
            </a:r>
          </a:p>
          <a:p>
            <a:pPr algn="l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✓ 完全個室待機</a:t>
            </a:r>
          </a:p>
          <a:p>
            <a:pPr algn="l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✓ 送迎あり</a:t>
            </a:r>
          </a:p>
          <a:p>
            <a:pPr algn="l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✓ 日払い対応</a:t>
            </a:r>
          </a:p>
          <a:p>
            <a:pPr algn="l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✓ 各種手当充実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288000"/>
            <a:ext cx="2808000" cy="540000"/>
          </a:xfrm>
          <a:prstGeom prst="roundRect">
            <a:avLst>
              <a:gd name="adj" fmla="val 30000"/>
            </a:avLst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Yu Gothic UI"/>
              </a:defRPr>
            </a:pPr>
            <a:r>
              <a:t>体験入店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80000"/>
            <a:ext cx="3311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Yu Gothic UI"/>
              </a:defRPr>
            </a:pPr>
            <a:r>
              <a:t>本日の体験入店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368000"/>
            <a:ext cx="3311999" cy="12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333333"/>
                </a:solidFill>
                <a:latin typeface="Yu Gothic UI"/>
              </a:defRPr>
            </a:pPr>
            <a:r>
              <a:t>日給保証</a:t>
            </a:r>
          </a:p>
          <a:p>
            <a:pPr algn="ctr">
              <a:lnSpc>
                <a:spcPts val="5040"/>
              </a:lnSpc>
              <a:spcAft>
                <a:spcPts val="200"/>
              </a:spcAft>
              <a:defRPr sz="3600" b="1">
                <a:solidFill>
                  <a:srgbClr val="E91E63"/>
                </a:solidFill>
                <a:latin typeface="Yu Gothic UI"/>
              </a:defRPr>
            </a:pPr>
            <a:r>
              <a:t>60,000円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232000"/>
            <a:ext cx="2088000" cy="360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Yu Gothic UI"/>
              </a:defRPr>
            </a:pPr>
            <a:r>
              <a:t>本日の募集人数：5人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808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Yu Gothic UI"/>
              </a:defRPr>
            </a:pPr>
            <a:r>
              <a:t>時間別 給与例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168000"/>
            <a:ext cx="1260000" cy="432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4時間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0" y="3168000"/>
            <a:ext cx="172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91E63"/>
                </a:solidFill>
                <a:latin typeface="Yu Gothic UI"/>
              </a:defRPr>
            </a:pPr>
            <a:r>
              <a:t>40,000円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3744000"/>
            <a:ext cx="1260000" cy="432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7時間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3744000"/>
            <a:ext cx="172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91E63"/>
                </a:solidFill>
                <a:latin typeface="Yu Gothic UI"/>
              </a:defRPr>
            </a:pPr>
            <a:r>
              <a:t>60,000円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4320000"/>
            <a:ext cx="1260000" cy="432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10時間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0" y="4320000"/>
            <a:ext cx="172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91E63"/>
                </a:solidFill>
                <a:latin typeface="Yu Gothic UI"/>
              </a:defRPr>
            </a:pPr>
            <a:r>
              <a:t>80,000円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5112000"/>
            <a:ext cx="2808000" cy="108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体験入店イメージ画像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6336000"/>
            <a:ext cx="2808000" cy="432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 UI"/>
              </a:defRPr>
            </a:pPr>
            <a:r>
              <a:t>体験入店に応募する 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8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44000"/>
            <a:ext cx="3311999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Yu Gothic UI"/>
              </a:defRPr>
            </a:pPr>
            <a:r>
              <a:t>身バレ完全回避！</a:t>
            </a:r>
          </a:p>
          <a:p>
            <a:pPr algn="ctr">
              <a:lnSpc>
                <a:spcPts val="1959"/>
              </a:lnSpc>
              <a:spcAft>
                <a:spcPts val="200"/>
              </a:spcAft>
              <a:defRPr sz="1400" b="1">
                <a:solidFill>
                  <a:srgbClr val="FFD54F"/>
                </a:solidFill>
                <a:latin typeface="Yu Gothic UI"/>
              </a:defRPr>
            </a:pPr>
            <a:r>
              <a:t>安心のプライバシー対策</a:t>
            </a:r>
          </a:p>
        </p:txBody>
      </p:sp>
      <p:sp>
        <p:nvSpPr>
          <p:cNvPr id="5" name="Oval 4"/>
          <p:cNvSpPr/>
          <p:nvPr/>
        </p:nvSpPr>
        <p:spPr>
          <a:xfrm>
            <a:off x="288000" y="1188000"/>
            <a:ext cx="288000" cy="28800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91E63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152000"/>
            <a:ext cx="28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顔出しナシ！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403999"/>
            <a:ext cx="28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HP写真はモザイク加工。身バレの心配はありません。</a:t>
            </a:r>
          </a:p>
        </p:txBody>
      </p:sp>
      <p:sp>
        <p:nvSpPr>
          <p:cNvPr id="8" name="Oval 7"/>
          <p:cNvSpPr/>
          <p:nvPr/>
        </p:nvSpPr>
        <p:spPr>
          <a:xfrm>
            <a:off x="288000" y="2015999"/>
            <a:ext cx="288000" cy="28800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91E63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979999"/>
            <a:ext cx="28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繁華街じゃないから安心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231998"/>
            <a:ext cx="28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大曽根エリアだから、目立たず出勤できます。</a:t>
            </a:r>
          </a:p>
        </p:txBody>
      </p:sp>
      <p:sp>
        <p:nvSpPr>
          <p:cNvPr id="11" name="Oval 10"/>
          <p:cNvSpPr/>
          <p:nvPr/>
        </p:nvSpPr>
        <p:spPr>
          <a:xfrm>
            <a:off x="288000" y="2843999"/>
            <a:ext cx="288000" cy="28800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91E63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807999"/>
            <a:ext cx="28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完全個室待機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059998"/>
            <a:ext cx="28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他の女の子と顔を合わせることなく待機できます。</a:t>
            </a:r>
          </a:p>
        </p:txBody>
      </p:sp>
      <p:sp>
        <p:nvSpPr>
          <p:cNvPr id="14" name="Oval 13"/>
          <p:cNvSpPr/>
          <p:nvPr/>
        </p:nvSpPr>
        <p:spPr>
          <a:xfrm>
            <a:off x="288000" y="3672000"/>
            <a:ext cx="288000" cy="28800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91E63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636000"/>
            <a:ext cx="28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アリバイ対策完備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887999"/>
            <a:ext cx="28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給料明細の発行社名変更、架電対応など万全のサポート。</a:t>
            </a:r>
          </a:p>
        </p:txBody>
      </p:sp>
      <p:sp>
        <p:nvSpPr>
          <p:cNvPr id="17" name="Oval 16"/>
          <p:cNvSpPr/>
          <p:nvPr/>
        </p:nvSpPr>
        <p:spPr>
          <a:xfrm>
            <a:off x="288000" y="4499999"/>
            <a:ext cx="288000" cy="28800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91E63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463999"/>
            <a:ext cx="28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マジックミラー完備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715998"/>
            <a:ext cx="28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お客様をミラー越しに確認。NGなら断れます。</a:t>
            </a:r>
          </a:p>
        </p:txBody>
      </p:sp>
      <p:sp>
        <p:nvSpPr>
          <p:cNvPr id="20" name="Oval 19"/>
          <p:cNvSpPr/>
          <p:nvPr/>
        </p:nvSpPr>
        <p:spPr>
          <a:xfrm>
            <a:off x="288000" y="5328000"/>
            <a:ext cx="288000" cy="28800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91E63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5292000"/>
            <a:ext cx="28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女性スタッフ在籍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5543999"/>
            <a:ext cx="28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女性スタッフが受付対応。安心してご相談ください。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288000"/>
            <a:ext cx="2808000" cy="540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Yu Gothic UI"/>
              </a:defRPr>
            </a:pPr>
            <a:r>
              <a:t>給与について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080000"/>
            <a:ext cx="3311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Yu Gothic UI"/>
              </a:defRPr>
            </a:pPr>
            <a:r>
              <a:t>60分コース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368000"/>
            <a:ext cx="3311999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333333"/>
                </a:solidFill>
                <a:latin typeface="Yu Gothic UI"/>
              </a:defRPr>
            </a:pPr>
            <a:r>
              <a:t>バック</a:t>
            </a:r>
          </a:p>
          <a:p>
            <a:pPr algn="ctr">
              <a:lnSpc>
                <a:spcPts val="4480"/>
              </a:lnSpc>
              <a:spcAft>
                <a:spcPts val="200"/>
              </a:spcAft>
              <a:defRPr sz="3200" b="1">
                <a:solidFill>
                  <a:srgbClr val="E91E63"/>
                </a:solidFill>
                <a:latin typeface="Yu Gothic UI"/>
              </a:defRPr>
            </a:pPr>
            <a:r>
              <a:t>13,000円以上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2340000"/>
            <a:ext cx="3311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2185B"/>
                </a:solidFill>
                <a:latin typeface="Yu Gothic UI"/>
              </a:defRPr>
            </a:pPr>
            <a:r>
              <a:t>指名本数スライド制でさらにアップ！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700000"/>
            <a:ext cx="2808000" cy="1905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2880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Yu Gothic UI"/>
              </a:defRPr>
            </a:pPr>
            <a:r>
              <a:t>実際の収入例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3240000"/>
            <a:ext cx="3311999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3311999"/>
            <a:ext cx="306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C2185B"/>
                </a:solidFill>
                <a:latin typeface="Yu Gothic UI"/>
              </a:defRPr>
            </a:pPr>
            <a:r>
              <a:t>Aさん（30歳・パート主婦）</a:t>
            </a:r>
          </a:p>
          <a:p>
            <a:pPr algn="ctr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7時間勤務 / 4本接客</a:t>
            </a:r>
          </a:p>
          <a:p>
            <a:pPr algn="ctr">
              <a:lnSpc>
                <a:spcPts val="2520"/>
              </a:lnSpc>
              <a:spcAft>
                <a:spcPts val="200"/>
              </a:spcAft>
              <a:defRPr sz="1800" b="1">
                <a:solidFill>
                  <a:srgbClr val="E91E63"/>
                </a:solidFill>
                <a:latin typeface="Yu Gothic UI"/>
              </a:defRPr>
            </a:pPr>
            <a:r>
              <a:t>日収：51,000円</a:t>
            </a:r>
          </a:p>
          <a:p>
            <a:pPr algn="ctr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月収例（週3日）：約60万円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4500000"/>
            <a:ext cx="3311999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4572000"/>
            <a:ext cx="306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C2185B"/>
                </a:solidFill>
                <a:latin typeface="Yu Gothic UI"/>
              </a:defRPr>
            </a:pPr>
            <a:r>
              <a:t>Bさん（25歳・OL掛け持ち）</a:t>
            </a:r>
          </a:p>
          <a:p>
            <a:pPr algn="ctr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5時間勤務 / 3本接客</a:t>
            </a:r>
          </a:p>
          <a:p>
            <a:pPr algn="ctr">
              <a:lnSpc>
                <a:spcPts val="2520"/>
              </a:lnSpc>
              <a:spcAft>
                <a:spcPts val="200"/>
              </a:spcAft>
              <a:defRPr sz="1800" b="1">
                <a:solidFill>
                  <a:srgbClr val="E91E63"/>
                </a:solidFill>
                <a:latin typeface="Yu Gothic UI"/>
              </a:defRPr>
            </a:pPr>
            <a:r>
              <a:t>日収：39,000円</a:t>
            </a:r>
          </a:p>
          <a:p>
            <a:pPr algn="ctr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月収例（週2日）：約30万円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760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※上記は一例です。接客数・コースにより変動します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6120000"/>
            <a:ext cx="2808000" cy="432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Yu Gothic UI"/>
              </a:defRPr>
            </a:pPr>
            <a:r>
              <a:t>給与について詳しく聞く 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8000" cy="792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80000"/>
            <a:ext cx="3311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Yu Gothic UI"/>
              </a:defRPr>
            </a:pPr>
            <a:r>
              <a:t>在籍女性の声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07999"/>
            <a:ext cx="1080000" cy="126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女性写真1</a:t>
            </a:r>
            <a:br/>
            <a:r>
              <a:t>（モザイク）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2000" y="1007999"/>
            <a:ext cx="2160000" cy="1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7B1FA2"/>
                </a:solidFill>
                <a:latin typeface="Yu Gothic UI"/>
              </a:defRPr>
            </a:pPr>
            <a:r>
              <a:t>Cさん（22歳・未経験）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入店3ヶ月</a:t>
            </a:r>
          </a:p>
          <a:p>
            <a:pPr algn="l">
              <a:lnSpc>
                <a:spcPts val="839"/>
              </a:lnSpc>
              <a:spcAft>
                <a:spcPts val="200"/>
              </a:spcAft>
              <a:defRPr sz="600" b="0">
                <a:solidFill>
                  <a:srgbClr val="666666"/>
                </a:solidFill>
                <a:latin typeface="Yu Gothic UI"/>
              </a:defRPr>
            </a:pP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Yu Gothic UI"/>
              </a:defRPr>
            </a:pPr>
            <a:r>
              <a:t>「最初は不安でしたが、スタッフさんが本当に優しくて安心できました。個室待機なので気まずさもなく、自分のペースで働けています！」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447999"/>
            <a:ext cx="2808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48000" y="2628000"/>
            <a:ext cx="1080000" cy="126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女性写真2</a:t>
            </a:r>
            <a:br/>
            <a:r>
              <a:t>（モザイク）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628000"/>
            <a:ext cx="2015999" cy="1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7B1FA2"/>
                </a:solidFill>
                <a:latin typeface="Yu Gothic UI"/>
              </a:defRPr>
            </a:pPr>
            <a:r>
              <a:t>Dさん（30歳・主婦）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入店6ヶ月</a:t>
            </a:r>
          </a:p>
          <a:p>
            <a:pPr algn="l">
              <a:lnSpc>
                <a:spcPts val="839"/>
              </a:lnSpc>
              <a:spcAft>
                <a:spcPts val="200"/>
              </a:spcAft>
              <a:defRPr sz="600" b="0">
                <a:solidFill>
                  <a:srgbClr val="666666"/>
                </a:solidFill>
                <a:latin typeface="Yu Gothic UI"/>
              </a:defRPr>
            </a:pP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Yu Gothic UI"/>
              </a:defRPr>
            </a:pPr>
            <a:r>
              <a:t>「子どもの送り迎えの間に働いています。自由出勤なので予定に合わせやすいし、身バレ対策もしっかりしていて安心です。」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4068000"/>
            <a:ext cx="2808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4248000"/>
            <a:ext cx="1080000" cy="126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女性写真3</a:t>
            </a:r>
            <a:br/>
            <a:r>
              <a:t>（モザイク）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4248000"/>
            <a:ext cx="2160000" cy="1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7B1FA2"/>
                </a:solidFill>
                <a:latin typeface="Yu Gothic UI"/>
              </a:defRPr>
            </a:pPr>
            <a:r>
              <a:t>Eさん（26歳・移籍組）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入店1年</a:t>
            </a:r>
          </a:p>
          <a:p>
            <a:pPr algn="l">
              <a:lnSpc>
                <a:spcPts val="839"/>
              </a:lnSpc>
              <a:spcAft>
                <a:spcPts val="200"/>
              </a:spcAft>
              <a:defRPr sz="600" b="0">
                <a:solidFill>
                  <a:srgbClr val="666666"/>
                </a:solidFill>
                <a:latin typeface="Yu Gothic UI"/>
              </a:defRPr>
            </a:pP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Yu Gothic UI"/>
              </a:defRPr>
            </a:pPr>
            <a:r>
              <a:t>「前のお店では稼げなかったけど、ここはお客さんが多い！大手グループだから集客力が全然違います。待遇面もしっかりしています。」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760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1FA2"/>
                </a:solidFill>
                <a:latin typeface="Yu Gothic UI"/>
              </a:defRPr>
            </a:pPr>
            <a:r>
              <a:t>口コミ 99+ 件掲載中！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6120000"/>
            <a:ext cx="2808000" cy="432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Yu Gothic UI"/>
              </a:defRPr>
            </a:pPr>
            <a:r>
              <a:t>もっと口コミを見る 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8000" cy="10079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3311999" cy="79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Yu Gothic UI"/>
              </a:defRPr>
            </a:pPr>
            <a:r>
              <a:t>未経験さん限定！</a:t>
            </a:r>
          </a:p>
          <a:p>
            <a:pPr algn="ctr">
              <a:lnSpc>
                <a:spcPts val="2240"/>
              </a:lnSpc>
              <a:spcAft>
                <a:spcPts val="200"/>
              </a:spcAft>
              <a:defRPr sz="1600" b="1">
                <a:solidFill>
                  <a:srgbClr val="FFD54F"/>
                </a:solidFill>
                <a:latin typeface="Yu Gothic UI"/>
              </a:defRPr>
            </a:pPr>
            <a:r>
              <a:t>特別特典あり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24000"/>
            <a:ext cx="2808000" cy="540000"/>
          </a:xfrm>
          <a:prstGeom prst="roundRect">
            <a:avLst>
              <a:gd name="adj" fmla="val 30000"/>
            </a:avLst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Yu Gothic UI"/>
              </a:defRPr>
            </a:pPr>
            <a:r>
              <a:t>4時間 40,000円 体験保証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1944000"/>
            <a:ext cx="3311999" cy="108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未経験者向けイメージ画像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168000"/>
            <a:ext cx="3311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185B"/>
                </a:solidFill>
                <a:latin typeface="Yu Gothic UI"/>
              </a:defRPr>
            </a:pPr>
            <a:r>
              <a:t>未経験さんへの オススメポイント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600000"/>
            <a:ext cx="30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✦ マンツーマン面接で何でも相談OK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996000"/>
            <a:ext cx="30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✦ 講習制度あり（接客マナーから丁寧に）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4392000"/>
            <a:ext cx="30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✦ 最初から高収入が期待できる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4788000"/>
            <a:ext cx="30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✦ 先輩スタッフが親身にサポート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5184000"/>
            <a:ext cx="30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✦ 合わなければ即日退店OK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5580000"/>
            <a:ext cx="30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✦ ノルマ・罰金一切なし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5976000"/>
            <a:ext cx="30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✦ 顔出し不要で身バレの心配なし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6300000"/>
            <a:ext cx="2808000" cy="432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Yu Gothic UI"/>
              </a:defRPr>
            </a:pPr>
            <a:r>
              <a:t>未経験でも安心！応募する 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3311999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Yu Gothic UI"/>
              </a:defRPr>
            </a:pPr>
            <a:r>
              <a:t>お店の環境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3311999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清潔で快適な空間をご用意しています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07999"/>
            <a:ext cx="1584000" cy="108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店内写真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6000" y="1007999"/>
            <a:ext cx="1584000" cy="108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待機室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2267999"/>
            <a:ext cx="1584000" cy="108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シャワールーム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0" y="2267999"/>
            <a:ext cx="1584000" cy="108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ロッカー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3527999"/>
            <a:ext cx="1584000" cy="108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受付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6000" y="3527999"/>
            <a:ext cx="1584000" cy="108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スタッフ写真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4860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Yu Gothic UI"/>
              </a:defRPr>
            </a:pPr>
            <a:r>
              <a:t>充実の設備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5184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● Wi-Fi完備 ／ ヘアアイロン・ドライヤー完備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08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● シャワールーム完備 ／ 鍵付きロッカー（1人1個）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5832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● 殺菌ソープ・うがい薬完備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6156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Yu Gothic UI"/>
              </a:defRPr>
            </a:pPr>
            <a:r>
              <a:t>● 個室待機（テレビ・漫画あり）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8000" cy="79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80000"/>
            <a:ext cx="3311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 UI"/>
              </a:defRPr>
            </a:pPr>
            <a:r>
              <a:t>1日のスケジュール例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007999"/>
            <a:ext cx="720000" cy="28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Yu Gothic UI"/>
              </a:defRPr>
            </a:pPr>
            <a:r>
              <a:t>10:00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999" y="1007999"/>
            <a:ext cx="2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出勤・準備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999" y="1295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お店に到着したら個室待機室へ。身支度を整えます。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" y="1799999"/>
            <a:ext cx="720000" cy="28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Yu Gothic UI"/>
              </a:defRPr>
            </a:pPr>
            <a:r>
              <a:t>10:30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999" y="1799999"/>
            <a:ext cx="2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1本目のお客様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999" y="2087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60分コース。スタッフが近くに常駐しているので安心。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" y="2591999"/>
            <a:ext cx="720000" cy="28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Yu Gothic UI"/>
              </a:defRPr>
            </a:pPr>
            <a:r>
              <a:t>12:00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999" y="2591999"/>
            <a:ext cx="2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休憩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999" y="2879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自由時間。スマホや漫画で過ごせます。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" y="3383999"/>
            <a:ext cx="720000" cy="28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Yu Gothic UI"/>
              </a:defRPr>
            </a:pPr>
            <a:r>
              <a:t>13:00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999" y="3383999"/>
            <a:ext cx="2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2本目のお客様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999" y="3671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指名のリピーター様。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" y="4175999"/>
            <a:ext cx="720000" cy="28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Yu Gothic UI"/>
              </a:defRPr>
            </a:pPr>
            <a:r>
              <a:t>14:30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999" y="4175999"/>
            <a:ext cx="2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3本目のお客様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999" y="4463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新規のお客様。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0000" y="4967999"/>
            <a:ext cx="720000" cy="28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Yu Gothic UI"/>
              </a:defRPr>
            </a:pPr>
            <a:r>
              <a:t>16:00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999" y="4967999"/>
            <a:ext cx="2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4本目のお客様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999" y="5255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最後のお客様。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000" y="5759999"/>
            <a:ext cx="720000" cy="28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Yu Gothic UI"/>
              </a:defRPr>
            </a:pPr>
            <a:r>
              <a:t>17:00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999" y="5759999"/>
            <a:ext cx="2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Yu Gothic UI"/>
              </a:defRPr>
            </a:pPr>
            <a:r>
              <a:t>退勤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99" y="6047999"/>
            <a:ext cx="25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お疲れ様でした！日払いで即日精算も可能。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0000" y="6480000"/>
            <a:ext cx="3168000" cy="288000"/>
          </a:xfrm>
          <a:prstGeom prst="roundRect">
            <a:avLst>
              <a:gd name="adj" fmla="val 30000"/>
            </a:avLst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Yu Gothic UI"/>
              </a:defRPr>
            </a:pPr>
            <a:r>
              <a:t>この日の収入：約51,000円（4本接客）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3311999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Yu Gothic UI"/>
              </a:defRPr>
            </a:pPr>
            <a:r>
              <a:t>面接〜体験入店の流れ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00000"/>
            <a:ext cx="1080000" cy="28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Yu Gothic U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900000"/>
            <a:ext cx="172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91E63"/>
                </a:solidFill>
                <a:latin typeface="Yu Gothic UI"/>
              </a:defRPr>
            </a:pPr>
            <a:r>
              <a:t>応募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60000"/>
            <a:ext cx="28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LINE・電話・メールで</a:t>
            </a:r>
            <a:br/>
            <a:r>
              <a:t>お気軽にご連絡ください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907999"/>
            <a:ext cx="3311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Yu Gothic U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268000"/>
            <a:ext cx="1080000" cy="288000"/>
          </a:xfrm>
          <a:prstGeom prst="roundRect">
            <a:avLst>
              <a:gd name="adj" fmla="val 30000"/>
            </a:avLst>
          </a:prstGeom>
          <a:solidFill>
            <a:srgbClr val="E95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Yu Gothic U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0" y="2268000"/>
            <a:ext cx="172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95E63"/>
                </a:solidFill>
                <a:latin typeface="Yu Gothic UI"/>
              </a:defRPr>
            </a:pPr>
            <a:r>
              <a:t>面接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628000"/>
            <a:ext cx="28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マンツーマンで丁寧にご説明</a:t>
            </a:r>
            <a:br/>
            <a:r>
              <a:t>質問は何でもOK！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3275999"/>
            <a:ext cx="3311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Yu Gothic U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636000"/>
            <a:ext cx="1080000" cy="288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Yu Gothic U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0" y="3636000"/>
            <a:ext cx="172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B1FA2"/>
                </a:solidFill>
                <a:latin typeface="Yu Gothic UI"/>
              </a:defRPr>
            </a:pPr>
            <a:r>
              <a:t>体験入店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3996000"/>
            <a:ext cx="28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実際に体験してお店の雰囲気を</a:t>
            </a:r>
            <a:br/>
            <a:r>
              <a:t>確認してください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643999"/>
            <a:ext cx="3311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Yu Gothic U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5003999"/>
            <a:ext cx="1080000" cy="288000"/>
          </a:xfrm>
          <a:prstGeom prst="roundRect">
            <a:avLst>
              <a:gd name="adj" fmla="val 30000"/>
            </a:avLst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Yu Gothic U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0" y="5003999"/>
            <a:ext cx="172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7"/>
                </a:solidFill>
                <a:latin typeface="Yu Gothic UI"/>
              </a:defRPr>
            </a:pPr>
            <a:r>
              <a:t>本入店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5363999"/>
            <a:ext cx="28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気に入っていただけたら</a:t>
            </a:r>
            <a:br/>
            <a:r>
              <a:t>本入店へ！即日入店もOK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" y="6300000"/>
            <a:ext cx="3311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2185B"/>
                </a:solidFill>
                <a:latin typeface="Yu Gothic UI"/>
              </a:defRPr>
            </a:pPr>
            <a:r>
              <a:t>※面接時の交通費支給！</a:t>
            </a:r>
            <a:br/>
            <a:r>
              <a:t>※見学のみでもOKです！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8000" cy="79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80000"/>
            <a:ext cx="3311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 UI"/>
              </a:defRPr>
            </a:pPr>
            <a:r>
              <a:t>店舗情報・アクセス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07999"/>
            <a:ext cx="3311999" cy="162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Google Map / アクセスマップ画像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" y="2808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店名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2808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JJクラブ 大曽根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" y="3204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業種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3204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デリヘル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00" y="3600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エリア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3600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愛知県 名古屋市 大曽根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00" y="3996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最寄り駅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3996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JR大曽根駅・地下鉄大曽根駅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" y="4392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営業時間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4392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10:00〜24:00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00" y="4788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定休日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4788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年中無休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00" y="5184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勤務時間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5184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最短3時間〜OK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00" y="5580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出勤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5580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完全自由出勤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" y="5976000"/>
            <a:ext cx="1007999" cy="28800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2185B"/>
                </a:solidFill>
                <a:latin typeface="Yu Gothic UI"/>
              </a:defRPr>
            </a:pPr>
            <a:r>
              <a:t>応募資格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000" y="5976000"/>
            <a:ext cx="21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Yu Gothic UI"/>
              </a:defRPr>
            </a:pPr>
            <a:r>
              <a:t>18歳〜30代前半（高校生NG）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3311999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185B"/>
                </a:solidFill>
                <a:latin typeface="Yu Gothic UI"/>
              </a:defRPr>
            </a:pPr>
            <a:r>
              <a:t>こだわり条件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3311999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Yu Gothic UI"/>
              </a:defRPr>
            </a:pPr>
            <a:r>
              <a:t>JJクラブ大曽根はこんなお店です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007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個室待機OK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8000" y="1007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自宅待機OK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6000" y="1007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送迎あり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" y="1439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日払い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1439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アリバイ対策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6000" y="1439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顔出しなし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" y="1871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体験入店あり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68000" y="1871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出張面接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6000" y="1871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交通費支給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" y="2303998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制服貸与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68000" y="2303998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ノルマなし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56000" y="2303998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罰金なし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" y="2735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未経験歓迎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68000" y="2735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ブランクOK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6000" y="2735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掛け持ちOK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0000" y="3167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短期OK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8000" y="3167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友達と応募OK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56000" y="3167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Wi-Fi完備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000" y="3599998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寮完備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000" y="3599998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託児所紹介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56000" y="3599998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ヘアメイク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0000" y="4031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写真撮影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000" y="4031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衛生対策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56000" y="4031999"/>
            <a:ext cx="1080000" cy="324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2185B"/>
                </a:solidFill>
                <a:latin typeface="Yu Gothic UI"/>
              </a:defRPr>
            </a:pPr>
            <a:r>
              <a:t>スタッフ常駐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4500000"/>
            <a:ext cx="3311999" cy="126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お店の魅力が伝わる</a:t>
            </a:r>
            <a:br/>
            <a:r>
              <a:t>イメージ画像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5940000"/>
            <a:ext cx="2808000" cy="432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Yu Gothic UI"/>
              </a:defRPr>
            </a:pPr>
            <a:r>
              <a:t>詳しく聞いてみる 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360000"/>
            <a:ext cx="3311999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59"/>
              </a:lnSpc>
              <a:spcAft>
                <a:spcPts val="200"/>
              </a:spcAft>
              <a:defRPr sz="2400" b="1">
                <a:solidFill>
                  <a:srgbClr val="FFFFFF"/>
                </a:solidFill>
                <a:latin typeface="Yu Gothic UI"/>
              </a:defRPr>
            </a:pPr>
            <a:r>
              <a:t>今すぐ応募！</a:t>
            </a:r>
          </a:p>
          <a:p>
            <a:pPr algn="ctr"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BBBBBB"/>
                </a:solidFill>
                <a:latin typeface="Yu Gothic UI"/>
              </a:defRPr>
            </a:pPr>
            <a:r>
              <a:t>お気軽にお問い合わせください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260000"/>
            <a:ext cx="3168000" cy="900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332000"/>
            <a:ext cx="198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4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Yu Gothic UI"/>
              </a:defRPr>
            </a:pPr>
            <a:r>
              <a:t>LINE で応募</a:t>
            </a:r>
          </a:p>
          <a:p>
            <a:pPr algn="l">
              <a:lnSpc>
                <a:spcPts val="1679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Yu Gothic UI"/>
              </a:defRPr>
            </a:pPr>
            <a:r>
              <a:t>ID: showtikubai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CCFFCC"/>
                </a:solidFill>
                <a:latin typeface="Yu Gothic UI"/>
              </a:defRPr>
            </a:pPr>
            <a:r>
              <a:t>「求人を見ました」とメッセージ♪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0" y="1368000"/>
            <a:ext cx="648000" cy="648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QRコード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2340000"/>
            <a:ext cx="3168000" cy="720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412000"/>
            <a:ext cx="270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4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Yu Gothic UI"/>
              </a:defRPr>
            </a:pPr>
            <a:r>
              <a:t>電話で応募</a:t>
            </a:r>
          </a:p>
          <a:p>
            <a:pPr algn="l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FFCCDD"/>
                </a:solidFill>
                <a:latin typeface="Yu Gothic UI"/>
              </a:defRPr>
            </a:pPr>
            <a:r>
              <a:t>24時間受付中！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FFCCDD"/>
                </a:solidFill>
                <a:latin typeface="Yu Gothic UI"/>
              </a:defRPr>
            </a:pPr>
            <a:r>
              <a:t>「求人を見ました」とお伝えください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3240000"/>
            <a:ext cx="3168000" cy="540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 UI"/>
              </a:defRPr>
            </a:pPr>
            <a:r>
              <a:t>メールで応募する 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3960000"/>
            <a:ext cx="3168000" cy="108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4032000"/>
            <a:ext cx="2808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24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Yu Gothic UI"/>
              </a:defRPr>
            </a:pPr>
            <a:r>
              <a:t>応募特典！</a:t>
            </a:r>
          </a:p>
          <a:p>
            <a:pPr algn="ctr">
              <a:lnSpc>
                <a:spcPts val="839"/>
              </a:lnSpc>
              <a:spcAft>
                <a:spcPts val="200"/>
              </a:spcAft>
              <a:defRPr sz="600" b="0">
                <a:solidFill>
                  <a:srgbClr val="FFFFFF"/>
                </a:solidFill>
                <a:latin typeface="Yu Gothic UI"/>
              </a:defRPr>
            </a:pPr>
          </a:p>
          <a:p>
            <a:pPr algn="ctr">
              <a:lnSpc>
                <a:spcPts val="195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Yu Gothic UI"/>
              </a:defRPr>
            </a:pPr>
            <a:r>
              <a:t>面接時の交通費支給！</a:t>
            </a:r>
          </a:p>
          <a:p>
            <a:pPr algn="ctr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Yu Gothic UI"/>
              </a:defRPr>
            </a:pPr>
            <a:r>
              <a:t>「求人を見ました」と伝えるだけ♪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5220000"/>
            <a:ext cx="3311999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BBBBBB"/>
                </a:solidFill>
                <a:latin typeface="Yu Gothic UI"/>
              </a:defRPr>
            </a:pPr>
            <a:r>
              <a:t>求人内容に嘘や偽りは一切ありません。</a:t>
            </a:r>
          </a:p>
          <a:p>
            <a:pPr algn="ctr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BBBBBB"/>
                </a:solidFill>
                <a:latin typeface="Yu Gothic UI"/>
              </a:defRPr>
            </a:pPr>
            <a:r>
              <a:t>見学・面接・体験等で</a:t>
            </a:r>
          </a:p>
          <a:p>
            <a:pPr algn="ctr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BBBBBB"/>
                </a:solidFill>
                <a:latin typeface="Yu Gothic UI"/>
              </a:defRPr>
            </a:pPr>
            <a:r>
              <a:t>お店を知ってもらい、</a:t>
            </a:r>
          </a:p>
          <a:p>
            <a:pPr algn="ctr"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BBBBBB"/>
                </a:solidFill>
                <a:latin typeface="Yu Gothic UI"/>
              </a:defRPr>
            </a:pPr>
            <a:r>
              <a:t>ご納得の上でご入店ください。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6120000"/>
            <a:ext cx="33119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99999"/>
                </a:solidFill>
                <a:latin typeface="Yu Gothic UI"/>
              </a:defRPr>
            </a:pPr>
            <a:r>
              <a:t>JJグループ（新栄・池下・大曽根・堀田）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6408000"/>
            <a:ext cx="2808000" cy="36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Yu Gothic UI"/>
              </a:defRPr>
            </a:pPr>
            <a:r>
              <a:t>グループロゴ / バナー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69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8000" cy="792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80000"/>
            <a:ext cx="3311999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Yu Gothic UI"/>
              </a:defRPr>
            </a:pPr>
            <a:r>
              <a:t>カンタン応募フォーム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0000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Yu Gothic UI"/>
              </a:defRPr>
            </a:pPr>
            <a:r>
              <a:t>お名前（ニックネームOK）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296000"/>
            <a:ext cx="3168000" cy="324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728000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Yu Gothic UI"/>
              </a:defRPr>
            </a:pPr>
            <a:r>
              <a:t>年齢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944000"/>
            <a:ext cx="3168000" cy="324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2376000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Yu Gothic UI"/>
              </a:defRPr>
            </a:pPr>
            <a:r>
              <a:t>お住まいの地域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592000"/>
            <a:ext cx="3168000" cy="324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3024000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Yu Gothic UI"/>
              </a:defRPr>
            </a:pPr>
            <a:r>
              <a:t>風俗経験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240000"/>
            <a:ext cx="3168000" cy="324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3672000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Yu Gothic UI"/>
              </a:defRPr>
            </a:pPr>
            <a:r>
              <a:t>ご希望の面接日時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3888000"/>
            <a:ext cx="3168000" cy="324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4320000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Yu Gothic UI"/>
              </a:defRPr>
            </a:pPr>
            <a:r>
              <a:t>働き方の希望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4536000"/>
            <a:ext cx="3168000" cy="324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4968000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Yu Gothic UI"/>
              </a:defRPr>
            </a:pPr>
            <a:r>
              <a:t>メッセージ（任意）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5184000"/>
            <a:ext cx="3168000" cy="324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0000" y="5940000"/>
            <a:ext cx="2808000" cy="4680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Yu Gothic UI"/>
              </a:defRPr>
            </a:pPr>
            <a:r>
              <a:t>この内容で応募する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" y="6480000"/>
            <a:ext cx="3311999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Yu Gothic UI"/>
              </a:defRPr>
            </a:pPr>
            <a:r>
              <a:t>※ 18歳未満の方はご応募いただけません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